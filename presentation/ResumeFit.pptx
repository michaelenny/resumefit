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9A3E"/>
                </a:solidFill>
                <a:latin typeface="Calibri"/>
              </a:rPr>
              <a:t>MSAI631-M92 · ARTIFICIAL INTELLIGENCE FOR HUMAN-COMPUTER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A5276"/>
                </a:solidFill>
                <a:latin typeface="Calibri"/>
              </a:rPr>
              <a:t>ResumeFit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A1A1A"/>
                </a:solidFill>
                <a:latin typeface="Calibri"/>
              </a:rPr>
              <a:t>A Conversational, ATS-Safe Resume Rewriter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1188720" cy="508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9A3E"/>
                </a:solidFill>
                <a:latin typeface="Calibri"/>
              </a:rPr>
              <a:t>Residency Group Project ·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194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Kenneth Ohene Abrefa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6694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Jyothsna Aitipamula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1441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Suraj Raymond D'Souza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9194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Michael Eniolade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26694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Sailesh Krishna Kodeboyena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1441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Naief Abdullah Shakil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Most Resumes Aren't ATS-Safe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Inconsistent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Tables, columns, and graphics that automated parsers can't 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5351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Vague, unquantified bullets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“Responsible for sales” instead of a measurable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0507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No idea what “ATS-safe”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Most job seekers have never seen the parser's side of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5663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Fixing it manually is tedious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5896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And easy to get wrong without knowing the actual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One Conversation, Two AI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1. Paste or upload a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Plain text, PDF, or DOCX — whatever you already have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0403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0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2. Answer a few targeted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636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Only about what your resume is actually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611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329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3. Get an ATS-safe rewrite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844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Single column, standard headers, nothing invented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Five Stages, Two Processing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-streamli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5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312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Intake → Analyzing → Quiz → Rewriting →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Traditional layer: local Python, zero API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672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617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AI-as-a-service layer: two distinct OpenAI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80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425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Every stage degrades gracefully, never a dead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1 · TRADITIONAL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Rule-Based Gap Detection, Entirely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-traditional-nlp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05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Missing or inconsistent 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Vague job titles (“Team Member”)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Bullets with no quantified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2 · AI-AS-A-SERVICE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Content-Specific Questions via OpenAI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-ai-question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05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Reads what THIS resume actually says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Never repeats the rule-based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Falls back to rule-based-only if the API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Back, Skip, and Inline Editing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-quiz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691640"/>
            <a:ext cx="7863840" cy="4177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06465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Real running app — mid-quiz, question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2 · AI-AS-A-SERVICE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The Rewrite: Structured Prompt, One Retry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-ai-ats-re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145" y="1920240"/>
            <a:ext cx="7329404" cy="2194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Single column, standard section 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Never invents employers, titles, or 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One automatic retry before falling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See Exactly 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-diff-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88" y="1691640"/>
            <a:ext cx="860611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Word-level diff — removed in red, added in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TXT, DOCX, and a LaTeX-Typeset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-expor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33" y="1737360"/>
            <a:ext cx="791762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PDF compiled locally via pdflatex — single-column, ATS-safe by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ACCESSIBILITY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Two Sides of the Same Design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ATS-safe = screen-reader-safe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One constraint satisfies both requirements at 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Never invents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0428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Skipped answers stay unresolved, not guessed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Fallback is always labeled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A cached response never silently poses as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2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Nothing persists beyond the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0740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No database, no external storage of resume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D99A3E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FD8E3"/>
                </a:solidFill>
                <a:latin typeface="Calibri"/>
              </a:rPr>
              <a:t>github.com/MichaelEnny/ResumeFit  ·  MSAI631-M92 Residency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430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Eniolade</cp:lastModifiedBy>
  <cp:revision>3</cp:revision>
  <dcterms:created xsi:type="dcterms:W3CDTF">2013-01-27T09:14:16Z</dcterms:created>
  <dcterms:modified xsi:type="dcterms:W3CDTF">2026-07-25T20:45:21Z</dcterms:modified>
  <cp:category/>
</cp:coreProperties>
</file>